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" d="100"/>
          <a:sy n="16" d="100"/>
        </p:scale>
        <p:origin x="133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5C52"/>
                </a:solidFill>
                <a:latin typeface="Segoe UI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10896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430"/>
                </a:solidFill>
                <a:latin typeface="Segoe UI"/>
              </a:rPr>
              <a:t>From a file to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94944"/>
            <a:ext cx="113385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Segoe UI"/>
              </a:rPr>
              <a:t>Prepare and Launch run once. Regular detect always runs. Pattern detect runs only when patternMode is true.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78992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078992"/>
            <a:ext cx="73152" cy="868680"/>
          </a:xfrm>
          <a:prstGeom prst="rect">
            <a:avLst/>
          </a:prstGeom>
          <a:solidFill>
            <a:srgbClr val="3D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5056631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4754"/>
                </a:solidFill>
                <a:latin typeface="Segoe UI"/>
              </a:rPr>
              <a:t>1   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08176"/>
            <a:ext cx="5056631" cy="4663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Pick up files tagged ToAnnotate and create an AnnotationState in status New.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15584" y="1426464"/>
            <a:ext cx="256032" cy="146304"/>
          </a:xfrm>
          <a:prstGeom prst="rightArrow">
            <a:avLst/>
          </a:prstGeom>
          <a:solidFill>
            <a:srgbClr val="3D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63056" y="1078992"/>
            <a:ext cx="563270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63056" y="1078992"/>
            <a:ext cx="73152" cy="868680"/>
          </a:xfrm>
          <a:prstGeom prst="rect">
            <a:avLst/>
          </a:prstGeom>
          <a:solidFill>
            <a:srgbClr val="3D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152144"/>
            <a:ext cx="534009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4754"/>
                </a:solidFill>
                <a:latin typeface="Segoe UI"/>
              </a:rPr>
              <a:t>2  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408176"/>
            <a:ext cx="5340096" cy="4663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Load DetectInDiagrams assets and files. Match text is aliases, or name when aliases are empty.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2092" y="1965960"/>
            <a:ext cx="32004" cy="219456"/>
          </a:xfrm>
          <a:prstGeom prst="rect">
            <a:avLst/>
          </a:prstGeom>
          <a:solidFill>
            <a:srgbClr val="3D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95828" y="2167128"/>
            <a:ext cx="5792724" cy="32004"/>
          </a:xfrm>
          <a:prstGeom prst="rect">
            <a:avLst/>
          </a:prstGeom>
          <a:solidFill>
            <a:srgbClr val="3D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3122676" y="2194560"/>
            <a:ext cx="146304" cy="164592"/>
          </a:xfrm>
          <a:prstGeom prst="downArrow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915400" y="2194560"/>
            <a:ext cx="146304" cy="164592"/>
          </a:xfrm>
          <a:prstGeom prst="downArrow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1388" y="197510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5C52"/>
                </a:solidFill>
                <a:latin typeface="Segoe UI"/>
              </a:rPr>
              <a:t>Always</a:t>
            </a:r>
            <a:endParaRPr lang="en-US" sz="1100" b="1">
              <a:solidFill>
                <a:srgbClr val="0E5C52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53144" y="197510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451A"/>
                </a:solidFill>
                <a:latin typeface="Segoe UI"/>
              </a:rPr>
              <a:t>Only if patternMode</a:t>
            </a:r>
            <a:endParaRPr lang="en-US" sz="1100" b="1">
              <a:solidFill>
                <a:srgbClr val="9A451A"/>
              </a:solidFill>
              <a:latin typeface="Segoe U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84048" y="2450592"/>
            <a:ext cx="5623560" cy="329184"/>
          </a:xfrm>
          <a:prstGeom prst="roundRect">
            <a:avLst>
              <a:gd name="adj" fmla="val 6000"/>
            </a:avLst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496312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   Regular diagram detect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2889504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E4F2EE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2889504"/>
            <a:ext cx="73152" cy="80467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962656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218688"/>
            <a:ext cx="5330952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Send the alias strings. search_field = search_property. A hit names the asset or file.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122676" y="3730752"/>
            <a:ext cx="146304" cy="164592"/>
          </a:xfrm>
          <a:prstGeom prst="downArrow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84048" y="3931920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E4F2EE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" y="3931920"/>
            <a:ext cx="73152" cy="80467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005072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Confidence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61104"/>
            <a:ext cx="5330952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At or above approval: Approved. At or above suggest: Suggested. Below suggest: dropped.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122676" y="4773168"/>
            <a:ext cx="146304" cy="164592"/>
          </a:xfrm>
          <a:prstGeom prst="downArrow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84048" y="4974336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E4F2EE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4048" y="4974336"/>
            <a:ext cx="73152" cy="96012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5047488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Annotation on the matched entity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303520"/>
            <a:ext cx="5330952" cy="5577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Edge from the drawing to that asset or file. Asset links go to annotation_documents_tags, file links to annotation_documents_docs.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2450592"/>
            <a:ext cx="5614416" cy="329184"/>
          </a:xfrm>
          <a:prstGeom prst="roundRect">
            <a:avLst>
              <a:gd name="adj" fmla="val 6000"/>
            </a:avLst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2496312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   Pattern mode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2889504"/>
            <a:ext cx="5614416" cy="804672"/>
          </a:xfrm>
          <a:prstGeom prst="roundRect">
            <a:avLst>
              <a:gd name="adj" fmla="val 8000"/>
            </a:avLst>
          </a:prstGeom>
          <a:solidFill>
            <a:srgbClr val="F8ECE4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81344" y="2889504"/>
            <a:ext cx="73152" cy="804672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4224" y="2962656"/>
            <a:ext cx="532180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Samples, then detect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218688"/>
            <a:ext cx="5321807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Normalize aliases to a shape (00-AA-0000) and merge manual patterns. search_field = sample.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8915400" y="3730752"/>
            <a:ext cx="146304" cy="164592"/>
          </a:xfrm>
          <a:prstGeom prst="downArrow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181344" y="3931920"/>
            <a:ext cx="5614416" cy="713232"/>
          </a:xfrm>
          <a:prstGeom prst="roundRect">
            <a:avLst>
              <a:gd name="adj" fmla="val 8000"/>
            </a:avLst>
          </a:prstGeom>
          <a:solidFill>
            <a:srgbClr val="F8ECE4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81344" y="3931920"/>
            <a:ext cx="73152" cy="713232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64224" y="4005072"/>
            <a:ext cx="532180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Keep only a new region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4261104"/>
            <a:ext cx="5321807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Skip text already covered by a regular annotation. Otherwise write Suggested to the sink node.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8915400" y="4681728"/>
            <a:ext cx="146304" cy="164592"/>
          </a:xfrm>
          <a:prstGeom prst="downArrow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81344" y="4864608"/>
            <a:ext cx="561441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451A"/>
                </a:solidFill>
                <a:latin typeface="Segoe UI"/>
              </a:rPr>
              <a:t>5   Promote  ·  how many aliases match the text?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1344" y="5102352"/>
            <a:ext cx="1810512" cy="841248"/>
          </a:xfrm>
          <a:prstGeom prst="roundRect">
            <a:avLst>
              <a:gd name="adj" fmla="val 8000"/>
            </a:avLst>
          </a:prstGeom>
          <a:solidFill>
            <a:srgbClr val="E4F2EE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72783" y="5157216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3" y="5394960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30"/>
                </a:solidFill>
                <a:latin typeface="Segoe UI"/>
              </a:rPr>
              <a:t>Approved edge on that asset or file.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83296" y="5102352"/>
            <a:ext cx="1810512" cy="841248"/>
          </a:xfrm>
          <a:prstGeom prst="roundRect">
            <a:avLst>
              <a:gd name="adj" fmla="val 8000"/>
            </a:avLst>
          </a:prstGeom>
          <a:solidFill>
            <a:srgbClr val="F8ECE4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74736" y="5157216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None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74736" y="5394960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30"/>
                </a:solidFill>
                <a:latin typeface="Segoe UI"/>
              </a:rPr>
              <a:t>Rejected. Unmatched tag kept in RAW.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85248" y="5102352"/>
            <a:ext cx="1810512" cy="841248"/>
          </a:xfrm>
          <a:prstGeom prst="roundRect">
            <a:avLst>
              <a:gd name="adj" fmla="val 8000"/>
            </a:avLst>
          </a:prstGeom>
          <a:solidFill>
            <a:srgbClr val="F8F1DC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076688" y="5157216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A5610"/>
                </a:solidFill>
                <a:latin typeface="Segoe UI"/>
              </a:rPr>
              <a:t>Several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76688" y="5394960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30"/>
                </a:solidFill>
                <a:latin typeface="Segoe UI"/>
              </a:rPr>
              <a:t>Stays Suggested for review.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6565392"/>
            <a:ext cx="9509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cdf_file_annotation   ·   tags choose who is included; aliases are the text that is matched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1 /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4261104"/>
            <a:ext cx="5330952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At or above approval: Approved. At or above suggest: Suggested. Below suggest: dropped.</a:t>
            </a:r>
          </a:p>
        </p:txBody>
      </p:sp>
      <p:sp>
        <p:nvSpPr>
          <p:cNvPr id="62" name="Down Arrow 31"/>
          <p:cNvSpPr/>
          <p:nvPr/>
        </p:nvSpPr>
        <p:spPr>
          <a:xfrm>
            <a:off x="3035808" y="4773168"/>
            <a:ext cx="146304" cy="164592"/>
          </a:xfrm>
          <a:prstGeom prst="downArrow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32"/>
          <p:cNvSpPr/>
          <p:nvPr/>
        </p:nvSpPr>
        <p:spPr>
          <a:xfrm>
            <a:off x="384048" y="4974336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E4F2EE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84048" y="4974336"/>
            <a:ext cx="73152" cy="96012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" y="5047488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Annotation on the matched entity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5303520"/>
            <a:ext cx="5330952" cy="5577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Edge from the drawing to that asset or file. Asset links go to annotation_documents_tags, file links to annotation_documents_docs.</a:t>
            </a:r>
          </a:p>
        </p:txBody>
      </p:sp>
      <p:sp>
        <p:nvSpPr>
          <p:cNvPr id="67" name="Rounded Rectangle 36"/>
          <p:cNvSpPr/>
          <p:nvPr/>
        </p:nvSpPr>
        <p:spPr>
          <a:xfrm>
            <a:off x="6181344" y="2450592"/>
            <a:ext cx="5614416" cy="329184"/>
          </a:xfrm>
          <a:prstGeom prst="roundRect">
            <a:avLst>
              <a:gd name="adj" fmla="val 6000"/>
            </a:avLst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27648" y="2496312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   Pattern mode</a:t>
            </a:r>
          </a:p>
        </p:txBody>
      </p:sp>
      <p:sp>
        <p:nvSpPr>
          <p:cNvPr id="69" name="Rounded Rectangle 38"/>
          <p:cNvSpPr/>
          <p:nvPr/>
        </p:nvSpPr>
        <p:spPr>
          <a:xfrm>
            <a:off x="6181344" y="2889504"/>
            <a:ext cx="5614416" cy="804672"/>
          </a:xfrm>
          <a:prstGeom prst="roundRect">
            <a:avLst>
              <a:gd name="adj" fmla="val 8000"/>
            </a:avLst>
          </a:prstGeom>
          <a:solidFill>
            <a:srgbClr val="F8ECE4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181344" y="2889504"/>
            <a:ext cx="73152" cy="804672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64224" y="2962656"/>
            <a:ext cx="532180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Samples, then detect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4224" y="3218688"/>
            <a:ext cx="5321807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Normalize aliases to a shape (00-AA-0000) and merge manual patterns. search_field = sample.</a:t>
            </a:r>
          </a:p>
        </p:txBody>
      </p:sp>
      <p:sp>
        <p:nvSpPr>
          <p:cNvPr id="73" name="Down Arrow 42"/>
          <p:cNvSpPr/>
          <p:nvPr/>
        </p:nvSpPr>
        <p:spPr>
          <a:xfrm>
            <a:off x="8869680" y="3730752"/>
            <a:ext cx="146304" cy="164592"/>
          </a:xfrm>
          <a:prstGeom prst="downArrow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43"/>
          <p:cNvSpPr/>
          <p:nvPr/>
        </p:nvSpPr>
        <p:spPr>
          <a:xfrm>
            <a:off x="6181344" y="3931920"/>
            <a:ext cx="5614416" cy="713232"/>
          </a:xfrm>
          <a:prstGeom prst="roundRect">
            <a:avLst>
              <a:gd name="adj" fmla="val 8000"/>
            </a:avLst>
          </a:prstGeom>
          <a:solidFill>
            <a:srgbClr val="F8ECE4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81344" y="3931920"/>
            <a:ext cx="73152" cy="713232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64224" y="4005072"/>
            <a:ext cx="532180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Keep only a new region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4224" y="4261104"/>
            <a:ext cx="5321807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Skip text already covered by a regular annotation. Otherwise write Suggested to the sink node.</a:t>
            </a:r>
          </a:p>
        </p:txBody>
      </p:sp>
      <p:sp>
        <p:nvSpPr>
          <p:cNvPr id="78" name="Down Arrow 47"/>
          <p:cNvSpPr/>
          <p:nvPr/>
        </p:nvSpPr>
        <p:spPr>
          <a:xfrm>
            <a:off x="8869680" y="4681728"/>
            <a:ext cx="146304" cy="164592"/>
          </a:xfrm>
          <a:prstGeom prst="downArrow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81344" y="4864608"/>
            <a:ext cx="561441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451A"/>
                </a:solidFill>
                <a:latin typeface="Segoe UI"/>
              </a:rPr>
              <a:t>5   Promote  ·  how many aliases match the text?</a:t>
            </a:r>
          </a:p>
        </p:txBody>
      </p:sp>
      <p:sp>
        <p:nvSpPr>
          <p:cNvPr id="80" name="Rounded Rectangle 49"/>
          <p:cNvSpPr/>
          <p:nvPr/>
        </p:nvSpPr>
        <p:spPr>
          <a:xfrm>
            <a:off x="6181344" y="5102352"/>
            <a:ext cx="1810512" cy="841248"/>
          </a:xfrm>
          <a:prstGeom prst="roundRect">
            <a:avLst>
              <a:gd name="adj" fmla="val 8000"/>
            </a:avLst>
          </a:prstGeom>
          <a:solidFill>
            <a:srgbClr val="E4F2EE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72783" y="5157216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One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2783" y="5394960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30"/>
                </a:solidFill>
                <a:latin typeface="Segoe UI"/>
              </a:rPr>
              <a:t>Approved edge on that asset or file.</a:t>
            </a:r>
          </a:p>
        </p:txBody>
      </p:sp>
      <p:sp>
        <p:nvSpPr>
          <p:cNvPr id="83" name="Rounded Rectangle 52"/>
          <p:cNvSpPr/>
          <p:nvPr/>
        </p:nvSpPr>
        <p:spPr>
          <a:xfrm>
            <a:off x="8083296" y="5102352"/>
            <a:ext cx="1810512" cy="841248"/>
          </a:xfrm>
          <a:prstGeom prst="roundRect">
            <a:avLst>
              <a:gd name="adj" fmla="val 8000"/>
            </a:avLst>
          </a:prstGeom>
          <a:solidFill>
            <a:srgbClr val="F8ECE4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174736" y="5157216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None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74736" y="5394960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30"/>
                </a:solidFill>
                <a:latin typeface="Segoe UI"/>
              </a:rPr>
              <a:t>Rejected. Unmatched tag kept in RAW.</a:t>
            </a:r>
          </a:p>
        </p:txBody>
      </p:sp>
      <p:sp>
        <p:nvSpPr>
          <p:cNvPr id="86" name="Rounded Rectangle 55"/>
          <p:cNvSpPr/>
          <p:nvPr/>
        </p:nvSpPr>
        <p:spPr>
          <a:xfrm>
            <a:off x="9985248" y="5102352"/>
            <a:ext cx="1810512" cy="841248"/>
          </a:xfrm>
          <a:prstGeom prst="roundRect">
            <a:avLst>
              <a:gd name="adj" fmla="val 8000"/>
            </a:avLst>
          </a:prstGeom>
          <a:solidFill>
            <a:srgbClr val="F8F1DC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76688" y="5157216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A5610"/>
                </a:solidFill>
                <a:latin typeface="Segoe UI"/>
              </a:rPr>
              <a:t>Several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76688" y="5394960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30"/>
                </a:solidFill>
                <a:latin typeface="Segoe UI"/>
              </a:rPr>
              <a:t>Stays Suggested for review.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4048" y="6565392"/>
            <a:ext cx="9509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cdf_file_annotation   ·   tags choose who is included; aliases are the text that is matched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5C52"/>
                </a:solidFill>
                <a:latin typeface="Segoe UI"/>
              </a:rPr>
              <a:t>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10896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430"/>
                </a:solidFill>
                <a:latin typeface="Segoe UI"/>
              </a:rPr>
              <a:t>Aliases feed both detect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94944"/>
            <a:ext cx="113385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Segoe UI"/>
              </a:rPr>
              <a:t>One DetectInDiagrams set is prepared once. patternMode decides whether a second job runs on shapes derived from those aliases.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97280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3385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30"/>
                </a:solidFill>
                <a:latin typeface="Segoe UI"/>
              </a:rPr>
              <a:t>patternMode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09728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133856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30"/>
                </a:solidFill>
                <a:latin typeface="Segoe UI"/>
              </a:rPr>
              <a:t>searchProperty: aliases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097280"/>
            <a:ext cx="2606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133856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30"/>
                </a:solidFill>
                <a:latin typeface="Segoe UI"/>
              </a:rPr>
              <a:t>entityNormalizationPatterns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09728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11338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30"/>
                </a:solidFill>
                <a:latin typeface="Segoe UI"/>
              </a:rPr>
              <a:t>fileNormalizationPatterns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109728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29800" y="1133856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30"/>
                </a:solidFill>
                <a:latin typeface="Segoe UI"/>
              </a:rPr>
              <a:t>structuralAutoPatterns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1481328"/>
            <a:ext cx="114300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81328"/>
            <a:ext cx="73152" cy="89611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1554480"/>
            <a:ext cx="109728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2430"/>
                </a:solidFill>
                <a:latin typeface="Segoe UI"/>
              </a:rPr>
              <a:t>Included by tag, matched by alias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570"/>
                </a:solidFill>
                <a:latin typeface="Segoe UI"/>
              </a:rPr>
              <a:t>Asset 23-KA-9101 carries DetectInDiagrams and aliases 23-KA-9101 and VAL_23-KA-9101. A blank alias list falls back to name. An instance with neither is left out of both jobs.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542032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4048" y="2542032"/>
            <a:ext cx="5532120" cy="420624"/>
          </a:xfrm>
          <a:prstGeom prst="roundRect">
            <a:avLst>
              <a:gd name="adj" fmla="val 6000"/>
            </a:avLst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2779776"/>
            <a:ext cx="5532120" cy="201168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61518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Regular diagram 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072384"/>
            <a:ext cx="516636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search_field = search_property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The alias strings are sent as the entity. Diagram Detect looks for those strings on the drawing.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5C6570"/>
                </a:solidFill>
                <a:latin typeface="Segoe UI"/>
              </a:rPr>
              <a:t>Sent for this asset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30"/>
                </a:solidFill>
                <a:latin typeface="Segoe UI"/>
              </a:rPr>
              <a:t>search_property:  23-KA-9101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2430"/>
                </a:solidFill>
                <a:latin typeface="Segoe UI"/>
              </a:rPr>
              <a:t>search_property:  VAL_23-KA-9101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A hit returns the asset id, the matched text, a confidence, and a bounding box.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Links drawing text to an asset or file that already owns that alias.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542032"/>
            <a:ext cx="57150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099048" y="2542032"/>
            <a:ext cx="5715000" cy="420624"/>
          </a:xfrm>
          <a:prstGeom prst="roundRect">
            <a:avLst>
              <a:gd name="adj" fmla="val 6000"/>
            </a:avLst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9048" y="2779776"/>
            <a:ext cx="5715000" cy="201168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2615184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Pattern mode   ·   only if patternMode is 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54096"/>
            <a:ext cx="534924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Aliases become shapes, then a second detect call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1   Normalize.  VAL_23-KA-9101  →  23_KA_9101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     Assets use entityNormalizationPatterns. Files use fileNormalizationPatterns.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2   Shape.  structuralAutoPatterns true  →  00-AA-0000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     false enumerates letter codes instead, such as [KA|FE].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3   Merge manual_patterns_catalog: GLOBAL, site, then site_unit.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Job: pattern_mode true, search_field = sample. Any text with that shape can match.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Finds tag-shaped text that is not one of those aliases.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565392"/>
            <a:ext cx="9509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cdf_file_annotation   ·   tags choose who is included; aliases are the text that is matched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2 /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5C52"/>
                </a:solidFill>
                <a:latin typeface="Segoe UI"/>
              </a:rPr>
              <a:t>FINALIZE  ·  REGULAR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10896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430"/>
                </a:solidFill>
                <a:latin typeface="Segoe UI"/>
              </a:rPr>
              <a:t>A regular hit becomes an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94944"/>
            <a:ext cx="113385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Segoe UI"/>
              </a:rPr>
              <a:t>The entity on the detect result is the end of the edge. Confidence decides whether the hit is kept.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276148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170432"/>
            <a:ext cx="2761488" cy="7315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C52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335024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430"/>
                </a:solidFill>
                <a:latin typeface="Segoe UI"/>
              </a:rPr>
              <a:t>Detect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37360"/>
            <a:ext cx="2468880" cy="2514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C2430"/>
                </a:solidFill>
                <a:latin typeface="Segoe UI"/>
              </a:rPr>
              <a:t>text, confidence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page and bounding box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570"/>
                </a:solidFill>
                <a:latin typeface="Segoe UI"/>
              </a:rPr>
              <a:t>The entity whose alias matched: space, external id, and diagrams.AssetLink or diagrams.FileLink.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170432"/>
            <a:ext cx="276148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73552" y="1170432"/>
            <a:ext cx="2761488" cy="7315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6" y="131673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C52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1335024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430"/>
                </a:solidFill>
                <a:latin typeface="Segoe UI"/>
              </a:rPr>
              <a:t>Confidence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1737360"/>
            <a:ext cx="2468880" cy="2514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Asset links use assetAutoApprovalThreshold and assetAutoSuggestThreshold.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Segoe UI"/>
              </a:rPr>
              <a:t>File links use the file pair, or the asset pair when those are empty.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E5C52"/>
                </a:solidFill>
                <a:latin typeface="Segoe UI"/>
              </a:rPr>
              <a:t>At or above approval → Approved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7A5610"/>
                </a:solidFill>
                <a:latin typeface="Segoe UI"/>
              </a:rPr>
              <a:t>At or above suggest → Suggested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Below suggest → dropped. No edge, no RAW row.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170432"/>
            <a:ext cx="276148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056" y="1170432"/>
            <a:ext cx="2761488" cy="7315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31673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C52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1335024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430"/>
                </a:solidFill>
                <a:latin typeface="Segoe UI"/>
              </a:rPr>
              <a:t>Annotation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37360"/>
            <a:ext cx="2468880" cy="2514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Written in the file’s space.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C2430"/>
                </a:solidFill>
                <a:latin typeface="Segoe UI"/>
              </a:rPr>
              <a:t>Start: the drawing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2430"/>
                </a:solidFill>
                <a:latin typeface="Segoe UI"/>
              </a:rPr>
              <a:t>End: the matched asset or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Type: diagrams.AssetLink or diagrams.FileLink. Status, text, page, and box are stored on the edge.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170432"/>
            <a:ext cx="276148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1170432"/>
            <a:ext cx="2761488" cy="73152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98864" y="131673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C52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335024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2430"/>
                </a:solidFill>
                <a:latin typeface="Segoe UI"/>
              </a:rPr>
              <a:t>RAW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1737360"/>
            <a:ext cx="2468880" cy="2514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6570"/>
                </a:solidFill>
                <a:latin typeface="Segoe UI"/>
              </a:rPr>
              <a:t>Asset link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2430"/>
                </a:solidFill>
                <a:latin typeface="Segoe UI"/>
              </a:rPr>
              <a:t>annotation_documents_tags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6570"/>
                </a:solidFill>
                <a:latin typeface="Segoe UI"/>
              </a:rPr>
              <a:t>File link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2430"/>
                </a:solidFill>
                <a:latin typeface="Segoe UI"/>
              </a:rPr>
              <a:t>annotation_documents_docs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The box is remembered so pattern mode does not annotate the same region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590288"/>
            <a:ext cx="11430000" cy="1783080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" y="4736592"/>
            <a:ext cx="11018520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E5C52"/>
                </a:solidFill>
                <a:latin typeface="Segoe UI"/>
              </a:rPr>
              <a:t>Example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C2430"/>
                </a:solidFill>
                <a:latin typeface="Segoe UI"/>
              </a:rPr>
              <a:t>The drawing contains 23-KA-9101. That string is an alias on asset 23-KA-9101, so the regular job returns that asset.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0"/>
                </a:solidFill>
                <a:latin typeface="Segoe UI"/>
              </a:rPr>
              <a:t>Confidence 1.0 with both thresholds at 1.0 is Approved. Finalize writes an edge from the P&amp;ID to the asset, and a row in annotation_documents_tags.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565392"/>
            <a:ext cx="9509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cdf_file_annotation   ·   tags choose who is included; aliases are the text that is matched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3 /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5C52"/>
                </a:solidFill>
                <a:latin typeface="Segoe UI"/>
              </a:rPr>
              <a:t>FINALIZE AND PROMOTE  ·  PATTERN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10896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2430"/>
                </a:solidFill>
                <a:latin typeface="Segoe UI"/>
              </a:rPr>
              <a:t>Pattern mode keeps tags the hierarchy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94944"/>
            <a:ext cx="113385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Segoe UI"/>
              </a:rPr>
              <a:t>A shape hit is not an asset link yet. Promote searches the same aliases and either attaches it or records it as unmatched.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15568"/>
            <a:ext cx="11430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115568"/>
            <a:ext cx="73152" cy="1170432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9A451A"/>
                </a:solidFill>
                <a:latin typeface="Segoe UI"/>
              </a:rPr>
              <a:t>Pattern result that is not already covered by a regular annotation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A region already covered by a regular annotation is skipped. A new region is written as Suggested, ending at the sink node (pattern_detection_sink_node), not at an asset. The row goes to annotation_documents_patterns.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14016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30"/>
                </a:solidFill>
                <a:latin typeface="Segoe UI"/>
              </a:rPr>
              <a:t>Promote looks the detected text up on aliases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743200"/>
            <a:ext cx="371246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743200"/>
            <a:ext cx="73152" cy="2331720"/>
          </a:xfrm>
          <a:prstGeom prst="rect">
            <a:avLst/>
          </a:prstGeom>
          <a:solidFill>
            <a:srgbClr val="0E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2834640"/>
            <a:ext cx="338327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5C52"/>
                </a:solidFill>
                <a:latin typeface="Segoe UI"/>
              </a:rPr>
              <a:t>One alias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072384"/>
            <a:ext cx="3383279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Becomes an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346704"/>
            <a:ext cx="3383279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Edge moves from the sink to that asset or file.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Status Approved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5C52"/>
                </a:solidFill>
                <a:latin typeface="Segoe UI"/>
              </a:rPr>
              <a:t>Tag PromotedAuto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The tag on the drawing is now linked in the hierarchy.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2743200"/>
            <a:ext cx="371246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816" y="2743200"/>
            <a:ext cx="73152" cy="2331720"/>
          </a:xfrm>
          <a:prstGeom prst="rect">
            <a:avLst/>
          </a:prstGeom>
          <a:solidFill>
            <a:srgbClr val="9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3983" y="2834640"/>
            <a:ext cx="338327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A451A"/>
                </a:solidFill>
                <a:latin typeface="Segoe UI"/>
              </a:rPr>
              <a:t>No alias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3072384"/>
            <a:ext cx="3383279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On the drawing, not in the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3346704"/>
            <a:ext cx="3383279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Status Rejected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451A"/>
                </a:solidFill>
                <a:latin typeface="Segoe UI"/>
              </a:rPr>
              <a:t>Tag PromoteAttempted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The data-model edge is removed. The RAW row is kept.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This is the unmatched-tag 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743200"/>
            <a:ext cx="371246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1583" y="2743200"/>
            <a:ext cx="73152" cy="2331720"/>
          </a:xfrm>
          <a:prstGeom prst="rect">
            <a:avLst/>
          </a:prstGeom>
          <a:solidFill>
            <a:srgbClr val="7A5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2834640"/>
            <a:ext cx="338327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A5610"/>
                </a:solidFill>
                <a:latin typeface="Segoe UI"/>
              </a:rPr>
              <a:t>Several aliases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072384"/>
            <a:ext cx="3383279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Left for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346704"/>
            <a:ext cx="3383279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Stays Suggested on the sink.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610"/>
                </a:solidFill>
                <a:latin typeface="Segoe UI"/>
              </a:rPr>
              <a:t>Tags PromoteAttempted and AmbiguousMatch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570"/>
                </a:solidFill>
                <a:latin typeface="Segoe UI"/>
              </a:rPr>
              <a:t>More than one asset or file owns that text, so nothing is attached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230368"/>
            <a:ext cx="11430000" cy="1170432"/>
          </a:xfrm>
          <a:prstGeom prst="roundRect">
            <a:avLst>
              <a:gd name="adj" fmla="val 6000"/>
            </a:avLst>
          </a:prstGeom>
          <a:solidFill>
            <a:srgbClr val="F8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5358384"/>
            <a:ext cx="1106424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2430"/>
                </a:solidFill>
                <a:latin typeface="Segoe UI"/>
              </a:rPr>
              <a:t>Example    23-XX-9999 matches the shape 00-AA-0000, and no asset alias equals that text.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Segoe UI"/>
              </a:rPr>
              <a:t>It is stored as Rejected in annotation_documents_patterns. If an asset later receives that alias, the same promote step attaches an Approved annotation instead.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565392"/>
            <a:ext cx="9509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cdf_file_annotation   ·   tags choose who is included; aliases are the text that is matched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653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570"/>
                </a:solidFill>
                <a:latin typeface="Segoe U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PresentationFormat>Widescreen</PresentationFormat>
  <Paragraphs>138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annotation processing flow</dc:title>
  <dc:subject>cdf_file_annotation aliases, diagram detect, and pattern mode</dc:subject>
  <dc:creator/>
  <cp:keywords/>
  <dc:description>generated using python-pptx</dc:description>
  <cp:lastModifiedBy>Jan Inge Bergseth</cp:lastModifiedBy>
  <cp:revision>1</cp:revision>
  <dcterms:created xsi:type="dcterms:W3CDTF">2013-01-27T09:14:16Z</dcterms:created>
  <dcterms:modified xsi:type="dcterms:W3CDTF">2026-09-29T09:42:40Z</dcterms:modified>
  <cp:category/>
</cp:coreProperties>
</file>